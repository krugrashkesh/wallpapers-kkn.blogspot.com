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customXml/itemProps7.xml" ContentType="application/vnd.openxmlformats-officedocument.customXmlProperties+xml"/>
  <Override PartName="/customXml/itemProps8.xml" ContentType="application/vnd.openxmlformats-officedocument.customXmlProperties+xml"/>
  <Override PartName="/customXml/itemProps9.xml" ContentType="application/vnd.openxmlformats-officedocument.customXmlProperties+xml"/>
  <Override PartName="/customXml/itemProps10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1"/>
  </p:sldMasterIdLst>
  <p:sldIdLst>
    <p:sldId id="256" r:id="rId12"/>
  </p:sldIdLst>
  <p:sldSz cx="1219200" cy="12192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00E6E6"/>
    <a:srgbClr val="000F0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844" autoAdjust="0"/>
    <p:restoredTop sz="94660"/>
  </p:normalViewPr>
  <p:slideViewPr>
    <p:cSldViewPr snapToGrid="0">
      <p:cViewPr varScale="1">
        <p:scale>
          <a:sx n="400" d="100"/>
          <a:sy n="400" d="100"/>
        </p:scale>
        <p:origin x="2693" y="5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ustomXml" Target="../customXml/item8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customXml" Target="../customXml/item7.xml"/><Relationship Id="rId12" Type="http://schemas.openxmlformats.org/officeDocument/2006/relationships/slide" Target="slides/slide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customXml" Target="../customXml/item6.xml"/><Relationship Id="rId11" Type="http://schemas.openxmlformats.org/officeDocument/2006/relationships/slideMaster" Target="slideMasters/slideMaster1.xml"/><Relationship Id="rId5" Type="http://schemas.openxmlformats.org/officeDocument/2006/relationships/customXml" Target="../customXml/item5.xml"/><Relationship Id="rId15" Type="http://schemas.openxmlformats.org/officeDocument/2006/relationships/theme" Target="theme/theme1.xml"/><Relationship Id="rId10" Type="http://schemas.openxmlformats.org/officeDocument/2006/relationships/customXml" Target="../customXml/item10.xml"/><Relationship Id="rId4" Type="http://schemas.openxmlformats.org/officeDocument/2006/relationships/customXml" Target="../customXml/item4.xml"/><Relationship Id="rId9" Type="http://schemas.openxmlformats.org/officeDocument/2006/relationships/customXml" Target="../customXml/item9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Title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86367" cy="12192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5863" y="349203"/>
            <a:ext cx="761897" cy="430482"/>
          </a:xfrm>
        </p:spPr>
        <p:txBody>
          <a:bodyPr anchor="b">
            <a:normAutofit/>
          </a:bodyPr>
          <a:lstStyle>
            <a:lvl1pPr algn="r">
              <a:defRPr sz="587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5863" y="779686"/>
            <a:ext cx="761897" cy="249861"/>
          </a:xfrm>
        </p:spPr>
        <p:txBody>
          <a:bodyPr anchor="t">
            <a:normAutofit/>
          </a:bodyPr>
          <a:lstStyle>
            <a:lvl1pPr marL="0" indent="0" algn="r">
              <a:buNone/>
              <a:defRPr sz="240" cap="all">
                <a:solidFill>
                  <a:schemeClr val="tx1"/>
                </a:solidFill>
              </a:defRPr>
            </a:lvl1pPr>
            <a:lvl2pPr marL="609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6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1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00308" y="1043658"/>
            <a:ext cx="161623" cy="67169"/>
          </a:xfrm>
        </p:spPr>
        <p:txBody>
          <a:bodyPr/>
          <a:lstStyle/>
          <a:p>
            <a:fld id="{AC0E3F0B-D750-47CD-9228-F7886C459E09}" type="datetimeFigureOut">
              <a:rPr lang="en-IN" smtClean="0"/>
              <a:t>24-01-2020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5863" y="1043658"/>
            <a:ext cx="524285" cy="67169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091" y="1043658"/>
            <a:ext cx="55669" cy="67169"/>
          </a:xfrm>
        </p:spPr>
        <p:txBody>
          <a:bodyPr/>
          <a:lstStyle/>
          <a:p>
            <a:fld id="{B4FAF2B3-B5D3-4CCE-9826-0717DA5A75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8671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1" y="0"/>
            <a:ext cx="1215813" cy="12192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7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0E3F0B-D750-47CD-9228-F7886C459E09}" type="datetimeFigureOut">
              <a:rPr lang="en-IN" smtClean="0"/>
              <a:t>24-01-2020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AF2B3-B5D3-4CCE-9826-0717DA5A75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74892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1" y="0"/>
            <a:ext cx="1215813" cy="12192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" y="588192"/>
            <a:ext cx="1036320" cy="261120"/>
          </a:xfrm>
        </p:spPr>
        <p:txBody>
          <a:bodyPr anchor="b">
            <a:normAutofit/>
          </a:bodyPr>
          <a:lstStyle>
            <a:lvl1pPr algn="l">
              <a:defRPr sz="427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" y="849312"/>
            <a:ext cx="1036320" cy="152960"/>
          </a:xfrm>
        </p:spPr>
        <p:txBody>
          <a:bodyPr anchor="t">
            <a:normAutofit/>
          </a:bodyPr>
          <a:lstStyle>
            <a:lvl1pPr marL="0" indent="0" algn="l">
              <a:buNone/>
              <a:defRPr sz="240" cap="all">
                <a:solidFill>
                  <a:schemeClr val="tx1"/>
                </a:solidFill>
              </a:defRPr>
            </a:lvl1pPr>
            <a:lvl2pPr marL="60945" indent="0">
              <a:buNone/>
              <a:defRPr sz="240">
                <a:solidFill>
                  <a:schemeClr val="tx1">
                    <a:tint val="75000"/>
                  </a:schemeClr>
                </a:solidFill>
              </a:defRPr>
            </a:lvl2pPr>
            <a:lvl3pPr marL="121890" indent="0">
              <a:buNone/>
              <a:defRPr sz="213">
                <a:solidFill>
                  <a:schemeClr val="tx1">
                    <a:tint val="75000"/>
                  </a:schemeClr>
                </a:solidFill>
              </a:defRPr>
            </a:lvl3pPr>
            <a:lvl4pPr marL="182834" indent="0">
              <a:buNone/>
              <a:defRPr sz="187">
                <a:solidFill>
                  <a:schemeClr val="tx1">
                    <a:tint val="75000"/>
                  </a:schemeClr>
                </a:solidFill>
              </a:defRPr>
            </a:lvl4pPr>
            <a:lvl5pPr marL="243779" indent="0">
              <a:buNone/>
              <a:defRPr sz="187">
                <a:solidFill>
                  <a:schemeClr val="tx1">
                    <a:tint val="75000"/>
                  </a:schemeClr>
                </a:solidFill>
              </a:defRPr>
            </a:lvl5pPr>
            <a:lvl6pPr marL="304724" indent="0">
              <a:buNone/>
              <a:defRPr sz="187">
                <a:solidFill>
                  <a:schemeClr val="tx1">
                    <a:tint val="75000"/>
                  </a:schemeClr>
                </a:solidFill>
              </a:defRPr>
            </a:lvl6pPr>
            <a:lvl7pPr marL="365669" indent="0">
              <a:buNone/>
              <a:defRPr sz="187">
                <a:solidFill>
                  <a:schemeClr val="tx1">
                    <a:tint val="75000"/>
                  </a:schemeClr>
                </a:solidFill>
              </a:defRPr>
            </a:lvl7pPr>
            <a:lvl8pPr marL="426613" indent="0">
              <a:buNone/>
              <a:defRPr sz="187">
                <a:solidFill>
                  <a:schemeClr val="tx1">
                    <a:tint val="75000"/>
                  </a:schemeClr>
                </a:solidFill>
              </a:defRPr>
            </a:lvl8pPr>
            <a:lvl9pPr marL="487558" indent="0">
              <a:buNone/>
              <a:defRPr sz="18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0E3F0B-D750-47CD-9228-F7886C459E09}" type="datetimeFigureOut">
              <a:rPr lang="en-IN" smtClean="0"/>
              <a:t>24-01-2020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AF2B3-B5D3-4CCE-9826-0717DA5A75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44180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1" y="0"/>
            <a:ext cx="1215813" cy="12192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" y="380812"/>
            <a:ext cx="508406" cy="648735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8874" y="380812"/>
            <a:ext cx="508406" cy="648735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0E3F0B-D750-47CD-9228-F7886C459E09}" type="datetimeFigureOut">
              <a:rPr lang="en-IN" smtClean="0"/>
              <a:t>24-01-2020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AF2B3-B5D3-4CCE-9826-0717DA5A75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84102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1" y="0"/>
            <a:ext cx="1215813" cy="12192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2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131" y="394358"/>
            <a:ext cx="472080" cy="102447"/>
          </a:xfrm>
        </p:spPr>
        <p:txBody>
          <a:bodyPr anchor="b">
            <a:noAutofit/>
          </a:bodyPr>
          <a:lstStyle>
            <a:lvl1pPr marL="0" indent="0">
              <a:buNone/>
              <a:defRPr sz="320" b="0"/>
            </a:lvl1pPr>
            <a:lvl2pPr marL="60945" indent="0">
              <a:buNone/>
              <a:defRPr sz="267" b="1"/>
            </a:lvl2pPr>
            <a:lvl3pPr marL="121890" indent="0">
              <a:buNone/>
              <a:defRPr sz="240" b="1"/>
            </a:lvl3pPr>
            <a:lvl4pPr marL="182834" indent="0">
              <a:buNone/>
              <a:defRPr sz="213" b="1"/>
            </a:lvl4pPr>
            <a:lvl5pPr marL="243779" indent="0">
              <a:buNone/>
              <a:defRPr sz="213" b="1"/>
            </a:lvl5pPr>
            <a:lvl6pPr marL="304724" indent="0">
              <a:buNone/>
              <a:defRPr sz="213" b="1"/>
            </a:lvl6pPr>
            <a:lvl7pPr marL="365669" indent="0">
              <a:buNone/>
              <a:defRPr sz="213" b="1"/>
            </a:lvl7pPr>
            <a:lvl8pPr marL="426613" indent="0">
              <a:buNone/>
              <a:defRPr sz="213" b="1"/>
            </a:lvl8pPr>
            <a:lvl9pPr marL="487558" indent="0">
              <a:buNone/>
              <a:defRPr sz="21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" y="510258"/>
            <a:ext cx="508406" cy="51928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8149" y="394358"/>
            <a:ext cx="469131" cy="102447"/>
          </a:xfrm>
        </p:spPr>
        <p:txBody>
          <a:bodyPr anchor="b">
            <a:noAutofit/>
          </a:bodyPr>
          <a:lstStyle>
            <a:lvl1pPr marL="0" indent="0">
              <a:buNone/>
              <a:defRPr sz="320" b="0"/>
            </a:lvl1pPr>
            <a:lvl2pPr marL="60945" indent="0">
              <a:buNone/>
              <a:defRPr sz="267" b="1"/>
            </a:lvl2pPr>
            <a:lvl3pPr marL="121890" indent="0">
              <a:buNone/>
              <a:defRPr sz="240" b="1"/>
            </a:lvl3pPr>
            <a:lvl4pPr marL="182834" indent="0">
              <a:buNone/>
              <a:defRPr sz="213" b="1"/>
            </a:lvl4pPr>
            <a:lvl5pPr marL="243779" indent="0">
              <a:buNone/>
              <a:defRPr sz="213" b="1"/>
            </a:lvl5pPr>
            <a:lvl6pPr marL="304724" indent="0">
              <a:buNone/>
              <a:defRPr sz="213" b="1"/>
            </a:lvl6pPr>
            <a:lvl7pPr marL="365669" indent="0">
              <a:buNone/>
              <a:defRPr sz="213" b="1"/>
            </a:lvl7pPr>
            <a:lvl8pPr marL="426613" indent="0">
              <a:buNone/>
              <a:defRPr sz="213" b="1"/>
            </a:lvl8pPr>
            <a:lvl9pPr marL="487558" indent="0">
              <a:buNone/>
              <a:defRPr sz="21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8874" y="510258"/>
            <a:ext cx="508406" cy="51928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0E3F0B-D750-47CD-9228-F7886C459E09}" type="datetimeFigureOut">
              <a:rPr lang="en-IN" smtClean="0"/>
              <a:t>24-01-2020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AF2B3-B5D3-4CCE-9826-0717DA5A75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01028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1" y="0"/>
            <a:ext cx="1215813" cy="12192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" y="108374"/>
            <a:ext cx="1036320" cy="258892"/>
          </a:xfrm>
        </p:spPr>
        <p:txBody>
          <a:bodyPr>
            <a:normAutofit/>
          </a:bodyPr>
          <a:lstStyle>
            <a:lvl1pPr>
              <a:defRPr sz="42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0E3F0B-D750-47CD-9228-F7886C459E09}" type="datetimeFigureOut">
              <a:rPr lang="en-IN" smtClean="0"/>
              <a:t>24-01-2020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AF2B3-B5D3-4CCE-9826-0717DA5A75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04773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1" y="0"/>
            <a:ext cx="1215813" cy="12192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0E3F0B-D750-47CD-9228-F7886C459E09}" type="datetimeFigureOut">
              <a:rPr lang="en-IN" smtClean="0"/>
              <a:t>24-01-2020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AF2B3-B5D3-4CCE-9826-0717DA5A75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78538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1" y="0"/>
            <a:ext cx="1215813" cy="12192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63" y="276954"/>
            <a:ext cx="381721" cy="255881"/>
          </a:xfrm>
        </p:spPr>
        <p:txBody>
          <a:bodyPr anchor="b">
            <a:normAutofit/>
          </a:bodyPr>
          <a:lstStyle>
            <a:lvl1pPr algn="l">
              <a:defRPr sz="32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819" y="108374"/>
            <a:ext cx="617063" cy="92117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1563" y="532835"/>
            <a:ext cx="381721" cy="328131"/>
          </a:xfrm>
        </p:spPr>
        <p:txBody>
          <a:bodyPr anchor="t">
            <a:normAutofit/>
          </a:bodyPr>
          <a:lstStyle>
            <a:lvl1pPr marL="0" indent="0">
              <a:buNone/>
              <a:defRPr sz="187"/>
            </a:lvl1pPr>
            <a:lvl2pPr marL="60945" indent="0">
              <a:buNone/>
              <a:defRPr sz="160"/>
            </a:lvl2pPr>
            <a:lvl3pPr marL="121890" indent="0">
              <a:buNone/>
              <a:defRPr sz="133"/>
            </a:lvl3pPr>
            <a:lvl4pPr marL="182834" indent="0">
              <a:buNone/>
              <a:defRPr sz="120"/>
            </a:lvl4pPr>
            <a:lvl5pPr marL="243779" indent="0">
              <a:buNone/>
              <a:defRPr sz="120"/>
            </a:lvl5pPr>
            <a:lvl6pPr marL="304724" indent="0">
              <a:buNone/>
              <a:defRPr sz="120"/>
            </a:lvl6pPr>
            <a:lvl7pPr marL="365669" indent="0">
              <a:buNone/>
              <a:defRPr sz="120"/>
            </a:lvl7pPr>
            <a:lvl8pPr marL="426613" indent="0">
              <a:buNone/>
              <a:defRPr sz="120"/>
            </a:lvl8pPr>
            <a:lvl9pPr marL="487558" indent="0">
              <a:buNone/>
              <a:defRPr sz="12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0E3F0B-D750-47CD-9228-F7886C459E09}" type="datetimeFigureOut">
              <a:rPr lang="en-IN" smtClean="0"/>
              <a:t>24-01-2020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AF2B3-B5D3-4CCE-9826-0717DA5A75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4750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1" y="0"/>
            <a:ext cx="1215813" cy="12192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617" y="308564"/>
            <a:ext cx="546294" cy="243840"/>
          </a:xfrm>
        </p:spPr>
        <p:txBody>
          <a:bodyPr anchor="b">
            <a:normAutofit/>
          </a:bodyPr>
          <a:lstStyle>
            <a:lvl1pPr algn="l">
              <a:defRPr sz="32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0560" y="162560"/>
            <a:ext cx="426720" cy="8128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13" dirty="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1617" y="552404"/>
            <a:ext cx="546294" cy="325120"/>
          </a:xfrm>
        </p:spPr>
        <p:txBody>
          <a:bodyPr anchor="t">
            <a:normAutofit/>
          </a:bodyPr>
          <a:lstStyle>
            <a:lvl1pPr marL="0" indent="0">
              <a:buNone/>
              <a:defRPr sz="213"/>
            </a:lvl1pPr>
            <a:lvl2pPr marL="60945" indent="0">
              <a:buNone/>
              <a:defRPr sz="160"/>
            </a:lvl2pPr>
            <a:lvl3pPr marL="121890" indent="0">
              <a:buNone/>
              <a:defRPr sz="133"/>
            </a:lvl3pPr>
            <a:lvl4pPr marL="182834" indent="0">
              <a:buNone/>
              <a:defRPr sz="120"/>
            </a:lvl4pPr>
            <a:lvl5pPr marL="243779" indent="0">
              <a:buNone/>
              <a:defRPr sz="120"/>
            </a:lvl5pPr>
            <a:lvl6pPr marL="304724" indent="0">
              <a:buNone/>
              <a:defRPr sz="120"/>
            </a:lvl6pPr>
            <a:lvl7pPr marL="365669" indent="0">
              <a:buNone/>
              <a:defRPr sz="120"/>
            </a:lvl7pPr>
            <a:lvl8pPr marL="426613" indent="0">
              <a:buNone/>
              <a:defRPr sz="120"/>
            </a:lvl8pPr>
            <a:lvl9pPr marL="487558" indent="0">
              <a:buNone/>
              <a:defRPr sz="12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0E3F0B-D750-47CD-9228-F7886C459E09}" type="datetimeFigureOut">
              <a:rPr lang="en-IN" smtClean="0"/>
              <a:t>24-01-2020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AF2B3-B5D3-4CCE-9826-0717DA5A75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64881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1" y="0"/>
            <a:ext cx="1215813" cy="12192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" y="841398"/>
            <a:ext cx="1036320" cy="100753"/>
          </a:xfrm>
        </p:spPr>
        <p:txBody>
          <a:bodyPr anchor="b">
            <a:normAutofit/>
          </a:bodyPr>
          <a:lstStyle>
            <a:lvl1pPr algn="l">
              <a:defRPr sz="267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1920" y="165709"/>
            <a:ext cx="914400" cy="562662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13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" y="942152"/>
            <a:ext cx="1036320" cy="87771"/>
          </a:xfrm>
        </p:spPr>
        <p:txBody>
          <a:bodyPr>
            <a:normAutofit/>
          </a:bodyPr>
          <a:lstStyle>
            <a:lvl1pPr marL="0" indent="0">
              <a:buNone/>
              <a:defRPr sz="187"/>
            </a:lvl1pPr>
            <a:lvl2pPr marL="60945" indent="0">
              <a:buNone/>
              <a:defRPr sz="160"/>
            </a:lvl2pPr>
            <a:lvl3pPr marL="121890" indent="0">
              <a:buNone/>
              <a:defRPr sz="133"/>
            </a:lvl3pPr>
            <a:lvl4pPr marL="182834" indent="0">
              <a:buNone/>
              <a:defRPr sz="120"/>
            </a:lvl4pPr>
            <a:lvl5pPr marL="243779" indent="0">
              <a:buNone/>
              <a:defRPr sz="120"/>
            </a:lvl5pPr>
            <a:lvl6pPr marL="304724" indent="0">
              <a:buNone/>
              <a:defRPr sz="120"/>
            </a:lvl6pPr>
            <a:lvl7pPr marL="365669" indent="0">
              <a:buNone/>
              <a:defRPr sz="120"/>
            </a:lvl7pPr>
            <a:lvl8pPr marL="426613" indent="0">
              <a:buNone/>
              <a:defRPr sz="120"/>
            </a:lvl8pPr>
            <a:lvl9pPr marL="487558" indent="0">
              <a:buNone/>
              <a:defRPr sz="12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0E3F0B-D750-47CD-9228-F7886C459E09}" type="datetimeFigureOut">
              <a:rPr lang="en-IN" smtClean="0"/>
              <a:t>24-01-2020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AF2B3-B5D3-4CCE-9826-0717DA5A75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19171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1" y="0"/>
            <a:ext cx="1215813" cy="12192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" y="108374"/>
            <a:ext cx="1036320" cy="555413"/>
          </a:xfrm>
        </p:spPr>
        <p:txBody>
          <a:bodyPr anchor="ctr">
            <a:normAutofit/>
          </a:bodyPr>
          <a:lstStyle>
            <a:lvl1pPr algn="l">
              <a:defRPr sz="427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" y="772160"/>
            <a:ext cx="1036320" cy="257387"/>
          </a:xfrm>
        </p:spPr>
        <p:txBody>
          <a:bodyPr anchor="ctr">
            <a:normAutofit/>
          </a:bodyPr>
          <a:lstStyle>
            <a:lvl1pPr marL="0" indent="0" algn="l">
              <a:buNone/>
              <a:defRPr sz="267">
                <a:solidFill>
                  <a:schemeClr val="tx1"/>
                </a:solidFill>
              </a:defRPr>
            </a:lvl1pPr>
            <a:lvl2pPr marL="60945" indent="0">
              <a:buNone/>
              <a:defRPr sz="240">
                <a:solidFill>
                  <a:schemeClr val="tx1">
                    <a:tint val="75000"/>
                  </a:schemeClr>
                </a:solidFill>
              </a:defRPr>
            </a:lvl2pPr>
            <a:lvl3pPr marL="121890" indent="0">
              <a:buNone/>
              <a:defRPr sz="213">
                <a:solidFill>
                  <a:schemeClr val="tx1">
                    <a:tint val="75000"/>
                  </a:schemeClr>
                </a:solidFill>
              </a:defRPr>
            </a:lvl3pPr>
            <a:lvl4pPr marL="182834" indent="0">
              <a:buNone/>
              <a:defRPr sz="187">
                <a:solidFill>
                  <a:schemeClr val="tx1">
                    <a:tint val="75000"/>
                  </a:schemeClr>
                </a:solidFill>
              </a:defRPr>
            </a:lvl4pPr>
            <a:lvl5pPr marL="243779" indent="0">
              <a:buNone/>
              <a:defRPr sz="187">
                <a:solidFill>
                  <a:schemeClr val="tx1">
                    <a:tint val="75000"/>
                  </a:schemeClr>
                </a:solidFill>
              </a:defRPr>
            </a:lvl5pPr>
            <a:lvl6pPr marL="304724" indent="0">
              <a:buNone/>
              <a:defRPr sz="187">
                <a:solidFill>
                  <a:schemeClr val="tx1">
                    <a:tint val="75000"/>
                  </a:schemeClr>
                </a:solidFill>
              </a:defRPr>
            </a:lvl6pPr>
            <a:lvl7pPr marL="365669" indent="0">
              <a:buNone/>
              <a:defRPr sz="187">
                <a:solidFill>
                  <a:schemeClr val="tx1">
                    <a:tint val="75000"/>
                  </a:schemeClr>
                </a:solidFill>
              </a:defRPr>
            </a:lvl7pPr>
            <a:lvl8pPr marL="426613" indent="0">
              <a:buNone/>
              <a:defRPr sz="187">
                <a:solidFill>
                  <a:schemeClr val="tx1">
                    <a:tint val="75000"/>
                  </a:schemeClr>
                </a:solidFill>
              </a:defRPr>
            </a:lvl8pPr>
            <a:lvl9pPr marL="487558" indent="0">
              <a:buNone/>
              <a:defRPr sz="18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0E3F0B-D750-47CD-9228-F7886C459E09}" type="datetimeFigureOut">
              <a:rPr lang="en-IN" smtClean="0"/>
              <a:t>24-01-2020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AF2B3-B5D3-4CCE-9826-0717DA5A75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8630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1" y="0"/>
            <a:ext cx="1215813" cy="12192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6239" y="127665"/>
            <a:ext cx="60976" cy="103960"/>
          </a:xfrm>
          <a:prstGeom prst="rect">
            <a:avLst/>
          </a:prstGeom>
        </p:spPr>
        <p:txBody>
          <a:bodyPr vert="horz" lIns="12192" tIns="6096" rIns="12192" bIns="6096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1066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1440" y="489186"/>
            <a:ext cx="60976" cy="103960"/>
          </a:xfrm>
          <a:prstGeom prst="rect">
            <a:avLst/>
          </a:prstGeom>
        </p:spPr>
        <p:txBody>
          <a:bodyPr vert="horz" lIns="12192" tIns="6096" rIns="12192" bIns="6096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1066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216" y="108374"/>
            <a:ext cx="945506" cy="487680"/>
          </a:xfrm>
        </p:spPr>
        <p:txBody>
          <a:bodyPr anchor="ctr">
            <a:normAutofit/>
          </a:bodyPr>
          <a:lstStyle>
            <a:lvl1pPr algn="l">
              <a:defRPr sz="427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1823" y="596054"/>
            <a:ext cx="916818" cy="67733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213"/>
            </a:lvl1pPr>
            <a:lvl2pPr marL="60945" indent="0">
              <a:buFontTx/>
              <a:buNone/>
              <a:defRPr/>
            </a:lvl2pPr>
            <a:lvl3pPr marL="121890" indent="0">
              <a:buFontTx/>
              <a:buNone/>
              <a:defRPr/>
            </a:lvl3pPr>
            <a:lvl4pPr marL="182834" indent="0">
              <a:buFontTx/>
              <a:buNone/>
              <a:defRPr/>
            </a:lvl4pPr>
            <a:lvl5pPr marL="243779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635" y="772160"/>
            <a:ext cx="1036320" cy="257387"/>
          </a:xfrm>
        </p:spPr>
        <p:txBody>
          <a:bodyPr anchor="ctr">
            <a:normAutofit/>
          </a:bodyPr>
          <a:lstStyle>
            <a:lvl1pPr marL="0" indent="0" algn="l">
              <a:buNone/>
              <a:defRPr sz="267">
                <a:solidFill>
                  <a:schemeClr val="tx1"/>
                </a:solidFill>
              </a:defRPr>
            </a:lvl1pPr>
            <a:lvl2pPr marL="60945" indent="0">
              <a:buNone/>
              <a:defRPr sz="240">
                <a:solidFill>
                  <a:schemeClr val="tx1">
                    <a:tint val="75000"/>
                  </a:schemeClr>
                </a:solidFill>
              </a:defRPr>
            </a:lvl2pPr>
            <a:lvl3pPr marL="121890" indent="0">
              <a:buNone/>
              <a:defRPr sz="213">
                <a:solidFill>
                  <a:schemeClr val="tx1">
                    <a:tint val="75000"/>
                  </a:schemeClr>
                </a:solidFill>
              </a:defRPr>
            </a:lvl3pPr>
            <a:lvl4pPr marL="182834" indent="0">
              <a:buNone/>
              <a:defRPr sz="187">
                <a:solidFill>
                  <a:schemeClr val="tx1">
                    <a:tint val="75000"/>
                  </a:schemeClr>
                </a:solidFill>
              </a:defRPr>
            </a:lvl4pPr>
            <a:lvl5pPr marL="243779" indent="0">
              <a:buNone/>
              <a:defRPr sz="187">
                <a:solidFill>
                  <a:schemeClr val="tx1">
                    <a:tint val="75000"/>
                  </a:schemeClr>
                </a:solidFill>
              </a:defRPr>
            </a:lvl5pPr>
            <a:lvl6pPr marL="304724" indent="0">
              <a:buNone/>
              <a:defRPr sz="187">
                <a:solidFill>
                  <a:schemeClr val="tx1">
                    <a:tint val="75000"/>
                  </a:schemeClr>
                </a:solidFill>
              </a:defRPr>
            </a:lvl6pPr>
            <a:lvl7pPr marL="365669" indent="0">
              <a:buNone/>
              <a:defRPr sz="187">
                <a:solidFill>
                  <a:schemeClr val="tx1">
                    <a:tint val="75000"/>
                  </a:schemeClr>
                </a:solidFill>
              </a:defRPr>
            </a:lvl7pPr>
            <a:lvl8pPr marL="426613" indent="0">
              <a:buNone/>
              <a:defRPr sz="187">
                <a:solidFill>
                  <a:schemeClr val="tx1">
                    <a:tint val="75000"/>
                  </a:schemeClr>
                </a:solidFill>
              </a:defRPr>
            </a:lvl8pPr>
            <a:lvl9pPr marL="487558" indent="0">
              <a:buNone/>
              <a:defRPr sz="18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0E3F0B-D750-47CD-9228-F7886C459E09}" type="datetimeFigureOut">
              <a:rPr lang="en-IN" smtClean="0"/>
              <a:t>24-01-2020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AF2B3-B5D3-4CCE-9826-0717DA5A75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10078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1" y="0"/>
            <a:ext cx="1215813" cy="12192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" y="585182"/>
            <a:ext cx="1036320" cy="261120"/>
          </a:xfrm>
        </p:spPr>
        <p:txBody>
          <a:bodyPr anchor="b">
            <a:normAutofit/>
          </a:bodyPr>
          <a:lstStyle>
            <a:lvl1pPr algn="l">
              <a:defRPr sz="373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" y="846302"/>
            <a:ext cx="1036320" cy="152960"/>
          </a:xfrm>
        </p:spPr>
        <p:txBody>
          <a:bodyPr anchor="t">
            <a:normAutofit/>
          </a:bodyPr>
          <a:lstStyle>
            <a:lvl1pPr marL="0" indent="0" algn="l">
              <a:buNone/>
              <a:defRPr sz="240">
                <a:solidFill>
                  <a:schemeClr val="tx1"/>
                </a:solidFill>
              </a:defRPr>
            </a:lvl1pPr>
            <a:lvl2pPr marL="60945" indent="0">
              <a:buNone/>
              <a:defRPr sz="240">
                <a:solidFill>
                  <a:schemeClr val="tx1">
                    <a:tint val="75000"/>
                  </a:schemeClr>
                </a:solidFill>
              </a:defRPr>
            </a:lvl2pPr>
            <a:lvl3pPr marL="121890" indent="0">
              <a:buNone/>
              <a:defRPr sz="213">
                <a:solidFill>
                  <a:schemeClr val="tx1">
                    <a:tint val="75000"/>
                  </a:schemeClr>
                </a:solidFill>
              </a:defRPr>
            </a:lvl3pPr>
            <a:lvl4pPr marL="182834" indent="0">
              <a:buNone/>
              <a:defRPr sz="187">
                <a:solidFill>
                  <a:schemeClr val="tx1">
                    <a:tint val="75000"/>
                  </a:schemeClr>
                </a:solidFill>
              </a:defRPr>
            </a:lvl4pPr>
            <a:lvl5pPr marL="243779" indent="0">
              <a:buNone/>
              <a:defRPr sz="187">
                <a:solidFill>
                  <a:schemeClr val="tx1">
                    <a:tint val="75000"/>
                  </a:schemeClr>
                </a:solidFill>
              </a:defRPr>
            </a:lvl5pPr>
            <a:lvl6pPr marL="304724" indent="0">
              <a:buNone/>
              <a:defRPr sz="187">
                <a:solidFill>
                  <a:schemeClr val="tx1">
                    <a:tint val="75000"/>
                  </a:schemeClr>
                </a:solidFill>
              </a:defRPr>
            </a:lvl6pPr>
            <a:lvl7pPr marL="365669" indent="0">
              <a:buNone/>
              <a:defRPr sz="187">
                <a:solidFill>
                  <a:schemeClr val="tx1">
                    <a:tint val="75000"/>
                  </a:schemeClr>
                </a:solidFill>
              </a:defRPr>
            </a:lvl7pPr>
            <a:lvl8pPr marL="426613" indent="0">
              <a:buNone/>
              <a:defRPr sz="187">
                <a:solidFill>
                  <a:schemeClr val="tx1">
                    <a:tint val="75000"/>
                  </a:schemeClr>
                </a:solidFill>
              </a:defRPr>
            </a:lvl8pPr>
            <a:lvl9pPr marL="487558" indent="0">
              <a:buNone/>
              <a:defRPr sz="18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0E3F0B-D750-47CD-9228-F7886C459E09}" type="datetimeFigureOut">
              <a:rPr lang="en-IN" smtClean="0"/>
              <a:t>24-01-2020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AF2B3-B5D3-4CCE-9826-0717DA5A75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935321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1" y="0"/>
            <a:ext cx="1215813" cy="12192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6239" y="127665"/>
            <a:ext cx="60976" cy="103960"/>
          </a:xfrm>
          <a:prstGeom prst="rect">
            <a:avLst/>
          </a:prstGeom>
        </p:spPr>
        <p:txBody>
          <a:bodyPr vert="horz" lIns="12192" tIns="6096" rIns="12192" bIns="6096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1066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1440" y="489186"/>
            <a:ext cx="60976" cy="103960"/>
          </a:xfrm>
          <a:prstGeom prst="rect">
            <a:avLst/>
          </a:prstGeom>
        </p:spPr>
        <p:txBody>
          <a:bodyPr vert="horz" lIns="12192" tIns="6096" rIns="12192" bIns="6096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1066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216" y="108374"/>
            <a:ext cx="945506" cy="487680"/>
          </a:xfrm>
        </p:spPr>
        <p:txBody>
          <a:bodyPr anchor="ctr">
            <a:normAutofit/>
          </a:bodyPr>
          <a:lstStyle>
            <a:lvl1pPr algn="l">
              <a:defRPr sz="427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60" y="690880"/>
            <a:ext cx="1036320" cy="158044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67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" y="848925"/>
            <a:ext cx="1036320" cy="180622"/>
          </a:xfrm>
        </p:spPr>
        <p:txBody>
          <a:bodyPr anchor="t">
            <a:normAutofit/>
          </a:bodyPr>
          <a:lstStyle>
            <a:lvl1pPr marL="0" indent="0" algn="l">
              <a:buNone/>
              <a:defRPr sz="213">
                <a:solidFill>
                  <a:schemeClr val="tx1"/>
                </a:solidFill>
              </a:defRPr>
            </a:lvl1pPr>
            <a:lvl2pPr marL="60945" indent="0">
              <a:buNone/>
              <a:defRPr sz="213">
                <a:solidFill>
                  <a:schemeClr val="tx1">
                    <a:tint val="75000"/>
                  </a:schemeClr>
                </a:solidFill>
              </a:defRPr>
            </a:lvl2pPr>
            <a:lvl3pPr marL="121890" indent="0">
              <a:buNone/>
              <a:defRPr sz="213">
                <a:solidFill>
                  <a:schemeClr val="tx1">
                    <a:tint val="75000"/>
                  </a:schemeClr>
                </a:solidFill>
              </a:defRPr>
            </a:lvl3pPr>
            <a:lvl4pPr marL="182834" indent="0">
              <a:buNone/>
              <a:defRPr sz="187">
                <a:solidFill>
                  <a:schemeClr val="tx1">
                    <a:tint val="75000"/>
                  </a:schemeClr>
                </a:solidFill>
              </a:defRPr>
            </a:lvl4pPr>
            <a:lvl5pPr marL="243779" indent="0">
              <a:buNone/>
              <a:defRPr sz="187">
                <a:solidFill>
                  <a:schemeClr val="tx1">
                    <a:tint val="75000"/>
                  </a:schemeClr>
                </a:solidFill>
              </a:defRPr>
            </a:lvl5pPr>
            <a:lvl6pPr marL="304724" indent="0">
              <a:buNone/>
              <a:defRPr sz="187">
                <a:solidFill>
                  <a:schemeClr val="tx1">
                    <a:tint val="75000"/>
                  </a:schemeClr>
                </a:solidFill>
              </a:defRPr>
            </a:lvl6pPr>
            <a:lvl7pPr marL="365669" indent="0">
              <a:buNone/>
              <a:defRPr sz="187">
                <a:solidFill>
                  <a:schemeClr val="tx1">
                    <a:tint val="75000"/>
                  </a:schemeClr>
                </a:solidFill>
              </a:defRPr>
            </a:lvl7pPr>
            <a:lvl8pPr marL="426613" indent="0">
              <a:buNone/>
              <a:defRPr sz="187">
                <a:solidFill>
                  <a:schemeClr val="tx1">
                    <a:tint val="75000"/>
                  </a:schemeClr>
                </a:solidFill>
              </a:defRPr>
            </a:lvl8pPr>
            <a:lvl9pPr marL="487558" indent="0">
              <a:buNone/>
              <a:defRPr sz="18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0E3F0B-D750-47CD-9228-F7886C459E09}" type="datetimeFigureOut">
              <a:rPr lang="en-IN" smtClean="0"/>
              <a:t>24-01-2020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AF2B3-B5D3-4CCE-9826-0717DA5A75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37721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1" y="0"/>
            <a:ext cx="1215813" cy="12192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925" y="108374"/>
            <a:ext cx="1036320" cy="48768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73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1925" y="623147"/>
            <a:ext cx="1036320" cy="149013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67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925" y="772160"/>
            <a:ext cx="1036320" cy="257387"/>
          </a:xfrm>
        </p:spPr>
        <p:txBody>
          <a:bodyPr anchor="t">
            <a:normAutofit/>
          </a:bodyPr>
          <a:lstStyle>
            <a:lvl1pPr marL="0" indent="0" algn="l">
              <a:buNone/>
              <a:defRPr sz="213">
                <a:solidFill>
                  <a:schemeClr val="tx1"/>
                </a:solidFill>
              </a:defRPr>
            </a:lvl1pPr>
            <a:lvl2pPr marL="60945" indent="0">
              <a:buNone/>
              <a:defRPr sz="213">
                <a:solidFill>
                  <a:schemeClr val="tx1">
                    <a:tint val="75000"/>
                  </a:schemeClr>
                </a:solidFill>
              </a:defRPr>
            </a:lvl2pPr>
            <a:lvl3pPr marL="121890" indent="0">
              <a:buNone/>
              <a:defRPr sz="213">
                <a:solidFill>
                  <a:schemeClr val="tx1">
                    <a:tint val="75000"/>
                  </a:schemeClr>
                </a:solidFill>
              </a:defRPr>
            </a:lvl3pPr>
            <a:lvl4pPr marL="182834" indent="0">
              <a:buNone/>
              <a:defRPr sz="187">
                <a:solidFill>
                  <a:schemeClr val="tx1">
                    <a:tint val="75000"/>
                  </a:schemeClr>
                </a:solidFill>
              </a:defRPr>
            </a:lvl4pPr>
            <a:lvl5pPr marL="243779" indent="0">
              <a:buNone/>
              <a:defRPr sz="187">
                <a:solidFill>
                  <a:schemeClr val="tx1">
                    <a:tint val="75000"/>
                  </a:schemeClr>
                </a:solidFill>
              </a:defRPr>
            </a:lvl5pPr>
            <a:lvl6pPr marL="304724" indent="0">
              <a:buNone/>
              <a:defRPr sz="187">
                <a:solidFill>
                  <a:schemeClr val="tx1">
                    <a:tint val="75000"/>
                  </a:schemeClr>
                </a:solidFill>
              </a:defRPr>
            </a:lvl6pPr>
            <a:lvl7pPr marL="365669" indent="0">
              <a:buNone/>
              <a:defRPr sz="187">
                <a:solidFill>
                  <a:schemeClr val="tx1">
                    <a:tint val="75000"/>
                  </a:schemeClr>
                </a:solidFill>
              </a:defRPr>
            </a:lvl7pPr>
            <a:lvl8pPr marL="426613" indent="0">
              <a:buNone/>
              <a:defRPr sz="187">
                <a:solidFill>
                  <a:schemeClr val="tx1">
                    <a:tint val="75000"/>
                  </a:schemeClr>
                </a:solidFill>
              </a:defRPr>
            </a:lvl8pPr>
            <a:lvl9pPr marL="487558" indent="0">
              <a:buNone/>
              <a:defRPr sz="18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0E3F0B-D750-47CD-9228-F7886C459E09}" type="datetimeFigureOut">
              <a:rPr lang="en-IN" smtClean="0"/>
              <a:t>24-01-2020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AF2B3-B5D3-4CCE-9826-0717DA5A75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906756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1" y="0"/>
            <a:ext cx="1215813" cy="1219200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0960" y="108374"/>
            <a:ext cx="1036320" cy="258892"/>
          </a:xfrm>
        </p:spPr>
        <p:txBody>
          <a:bodyPr>
            <a:normAutofit/>
          </a:bodyPr>
          <a:lstStyle>
            <a:lvl1pPr>
              <a:defRPr sz="37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0E3F0B-D750-47CD-9228-F7886C459E09}" type="datetimeFigureOut">
              <a:rPr lang="en-IN" smtClean="0"/>
              <a:t>24-01-2020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AF2B3-B5D3-4CCE-9826-0717DA5A75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728486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1" y="0"/>
            <a:ext cx="1215813" cy="12192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3731" y="108373"/>
            <a:ext cx="223549" cy="921174"/>
          </a:xfrm>
        </p:spPr>
        <p:txBody>
          <a:bodyPr vert="eaVert">
            <a:normAutofit/>
          </a:bodyPr>
          <a:lstStyle>
            <a:lvl1pPr>
              <a:defRPr sz="37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" y="108374"/>
            <a:ext cx="798691" cy="9211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0E3F0B-D750-47CD-9228-F7886C459E09}" type="datetimeFigureOut">
              <a:rPr lang="en-IN" smtClean="0"/>
              <a:t>24-01-2020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AF2B3-B5D3-4CCE-9826-0717DA5A75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69523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" y="108374"/>
            <a:ext cx="1036320" cy="258892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" y="380812"/>
            <a:ext cx="1036320" cy="6487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9828" y="1043658"/>
            <a:ext cx="161623" cy="6716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3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AC0E3F0B-D750-47CD-9228-F7886C459E09}" type="datetimeFigureOut">
              <a:rPr lang="en-IN" smtClean="0"/>
              <a:t>24-01-2020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60" y="1043658"/>
            <a:ext cx="798708" cy="6716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1611" y="1043658"/>
            <a:ext cx="55669" cy="6716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3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4FAF2B3-B5D3-4CCE-9826-0717DA5A75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683910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</p:sldLayoutIdLst>
  <p:txStyles>
    <p:titleStyle>
      <a:lvl1pPr algn="l" defTabSz="60945" rtl="0" eaLnBrk="1" latinLnBrk="0" hangingPunct="1">
        <a:spcBef>
          <a:spcPct val="0"/>
        </a:spcBef>
        <a:buNone/>
        <a:defRPr sz="427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8090" indent="-38090" algn="l" defTabSz="60945" rtl="0" eaLnBrk="1" latinLnBrk="0" hangingPunct="1">
        <a:spcBef>
          <a:spcPts val="0"/>
        </a:spcBef>
        <a:spcAft>
          <a:spcPts val="133"/>
        </a:spcAft>
        <a:buClr>
          <a:schemeClr val="tx1"/>
        </a:buClr>
        <a:buSzPct val="100000"/>
        <a:buFont typeface="Arial"/>
        <a:buChar char="•"/>
        <a:defRPr sz="24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99035" indent="-38090" algn="l" defTabSz="60945" rtl="0" eaLnBrk="1" latinLnBrk="0" hangingPunct="1">
        <a:spcBef>
          <a:spcPts val="0"/>
        </a:spcBef>
        <a:spcAft>
          <a:spcPts val="133"/>
        </a:spcAft>
        <a:buClr>
          <a:schemeClr val="tx1"/>
        </a:buClr>
        <a:buSzPct val="100000"/>
        <a:buFont typeface="Arial"/>
        <a:buChar char="•"/>
        <a:defRPr sz="213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59980" indent="-38090" algn="l" defTabSz="60945" rtl="0" eaLnBrk="1" latinLnBrk="0" hangingPunct="1">
        <a:spcBef>
          <a:spcPts val="0"/>
        </a:spcBef>
        <a:spcAft>
          <a:spcPts val="133"/>
        </a:spcAft>
        <a:buClr>
          <a:schemeClr val="tx1"/>
        </a:buClr>
        <a:buSzPct val="100000"/>
        <a:buFont typeface="Arial"/>
        <a:buChar char="•"/>
        <a:defRPr sz="187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205689" indent="-22854" algn="l" defTabSz="60945" rtl="0" eaLnBrk="1" latinLnBrk="0" hangingPunct="1">
        <a:spcBef>
          <a:spcPts val="0"/>
        </a:spcBef>
        <a:spcAft>
          <a:spcPts val="133"/>
        </a:spcAft>
        <a:buClr>
          <a:schemeClr val="tx1"/>
        </a:buClr>
        <a:buSzPct val="100000"/>
        <a:buFont typeface="Arial"/>
        <a:buChar char="•"/>
        <a:defRPr sz="16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66633" indent="-22854" algn="l" defTabSz="60945" rtl="0" eaLnBrk="1" latinLnBrk="0" hangingPunct="1">
        <a:spcBef>
          <a:spcPts val="0"/>
        </a:spcBef>
        <a:spcAft>
          <a:spcPts val="133"/>
        </a:spcAft>
        <a:buClr>
          <a:schemeClr val="tx1"/>
        </a:buClr>
        <a:buSzPct val="100000"/>
        <a:buFont typeface="Arial"/>
        <a:buChar char="•"/>
        <a:defRPr sz="16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335196" indent="-30472" algn="l" defTabSz="60945" rtl="0" eaLnBrk="1" latinLnBrk="0" hangingPunct="1">
        <a:spcBef>
          <a:spcPts val="0"/>
        </a:spcBef>
        <a:spcAft>
          <a:spcPts val="133"/>
        </a:spcAft>
        <a:buClr>
          <a:schemeClr val="tx1"/>
        </a:buClr>
        <a:buSzPct val="100000"/>
        <a:buFont typeface="Arial"/>
        <a:buChar char="•"/>
        <a:defRPr sz="16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396141" indent="-30472" algn="l" defTabSz="60945" rtl="0" eaLnBrk="1" latinLnBrk="0" hangingPunct="1">
        <a:spcBef>
          <a:spcPts val="0"/>
        </a:spcBef>
        <a:spcAft>
          <a:spcPts val="133"/>
        </a:spcAft>
        <a:buClr>
          <a:schemeClr val="tx1"/>
        </a:buClr>
        <a:buSzPct val="100000"/>
        <a:buFont typeface="Arial"/>
        <a:buChar char="•"/>
        <a:defRPr sz="16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457086" indent="-30472" algn="l" defTabSz="60945" rtl="0" eaLnBrk="1" latinLnBrk="0" hangingPunct="1">
        <a:spcBef>
          <a:spcPts val="0"/>
        </a:spcBef>
        <a:spcAft>
          <a:spcPts val="133"/>
        </a:spcAft>
        <a:buClr>
          <a:schemeClr val="tx1"/>
        </a:buClr>
        <a:buSzPct val="100000"/>
        <a:buFont typeface="Arial"/>
        <a:buChar char="•"/>
        <a:defRPr sz="16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518030" indent="-30472" algn="l" defTabSz="60945" rtl="0" eaLnBrk="1" latinLnBrk="0" hangingPunct="1">
        <a:spcBef>
          <a:spcPts val="0"/>
        </a:spcBef>
        <a:spcAft>
          <a:spcPts val="133"/>
        </a:spcAft>
        <a:buClr>
          <a:schemeClr val="tx1"/>
        </a:buClr>
        <a:buSzPct val="100000"/>
        <a:buFont typeface="Arial"/>
        <a:buChar char="•"/>
        <a:defRPr sz="16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45" rtl="0" eaLnBrk="1" latinLnBrk="0" hangingPunct="1">
        <a:defRPr sz="240" kern="1200">
          <a:solidFill>
            <a:schemeClr val="tx1"/>
          </a:solidFill>
          <a:latin typeface="+mn-lt"/>
          <a:ea typeface="+mn-ea"/>
          <a:cs typeface="+mn-cs"/>
        </a:defRPr>
      </a:lvl1pPr>
      <a:lvl2pPr marL="60945" algn="l" defTabSz="60945" rtl="0" eaLnBrk="1" latinLnBrk="0" hangingPunct="1">
        <a:defRPr sz="24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0" algn="l" defTabSz="60945" rtl="0" eaLnBrk="1" latinLnBrk="0" hangingPunct="1">
        <a:defRPr sz="240" kern="1200">
          <a:solidFill>
            <a:schemeClr val="tx1"/>
          </a:solidFill>
          <a:latin typeface="+mn-lt"/>
          <a:ea typeface="+mn-ea"/>
          <a:cs typeface="+mn-cs"/>
        </a:defRPr>
      </a:lvl3pPr>
      <a:lvl4pPr marL="182834" algn="l" defTabSz="60945" rtl="0" eaLnBrk="1" latinLnBrk="0" hangingPunct="1">
        <a:defRPr sz="240" kern="1200">
          <a:solidFill>
            <a:schemeClr val="tx1"/>
          </a:solidFill>
          <a:latin typeface="+mn-lt"/>
          <a:ea typeface="+mn-ea"/>
          <a:cs typeface="+mn-cs"/>
        </a:defRPr>
      </a:lvl4pPr>
      <a:lvl5pPr marL="243779" algn="l" defTabSz="60945" rtl="0" eaLnBrk="1" latinLnBrk="0" hangingPunct="1">
        <a:defRPr sz="240" kern="1200">
          <a:solidFill>
            <a:schemeClr val="tx1"/>
          </a:solidFill>
          <a:latin typeface="+mn-lt"/>
          <a:ea typeface="+mn-ea"/>
          <a:cs typeface="+mn-cs"/>
        </a:defRPr>
      </a:lvl5pPr>
      <a:lvl6pPr marL="304724" algn="l" defTabSz="60945" rtl="0" eaLnBrk="1" latinLnBrk="0" hangingPunct="1">
        <a:defRPr sz="240" kern="1200">
          <a:solidFill>
            <a:schemeClr val="tx1"/>
          </a:solidFill>
          <a:latin typeface="+mn-lt"/>
          <a:ea typeface="+mn-ea"/>
          <a:cs typeface="+mn-cs"/>
        </a:defRPr>
      </a:lvl6pPr>
      <a:lvl7pPr marL="365669" algn="l" defTabSz="60945" rtl="0" eaLnBrk="1" latinLnBrk="0" hangingPunct="1">
        <a:defRPr sz="240" kern="1200">
          <a:solidFill>
            <a:schemeClr val="tx1"/>
          </a:solidFill>
          <a:latin typeface="+mn-lt"/>
          <a:ea typeface="+mn-ea"/>
          <a:cs typeface="+mn-cs"/>
        </a:defRPr>
      </a:lvl7pPr>
      <a:lvl8pPr marL="426613" algn="l" defTabSz="60945" rtl="0" eaLnBrk="1" latinLnBrk="0" hangingPunct="1">
        <a:defRPr sz="240" kern="1200">
          <a:solidFill>
            <a:schemeClr val="tx1"/>
          </a:solidFill>
          <a:latin typeface="+mn-lt"/>
          <a:ea typeface="+mn-ea"/>
          <a:cs typeface="+mn-cs"/>
        </a:defRPr>
      </a:lvl8pPr>
      <a:lvl9pPr marL="487558" algn="l" defTabSz="60945" rtl="0" eaLnBrk="1" latinLnBrk="0" hangingPunct="1">
        <a:defRPr sz="2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ounded Rectangle 6">
            <a:extLst>
              <a:ext uri="{FF2B5EF4-FFF2-40B4-BE49-F238E27FC236}">
                <a16:creationId xmlns:a16="http://schemas.microsoft.com/office/drawing/2014/main" id="{3455CBBA-CEDD-4226-AC00-30AF4BE97081}"/>
              </a:ext>
            </a:extLst>
          </p:cNvPr>
          <p:cNvSpPr/>
          <p:nvPr/>
        </p:nvSpPr>
        <p:spPr>
          <a:xfrm>
            <a:off x="65689" y="74644"/>
            <a:ext cx="1087821" cy="1069911"/>
          </a:xfrm>
          <a:prstGeom prst="roundRect">
            <a:avLst/>
          </a:prstGeom>
          <a:noFill/>
          <a:ln w="635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2400" b="1" dirty="0">
                <a:solidFill>
                  <a:schemeClr val="tx1"/>
                </a:solidFill>
                <a:latin typeface="LittleLordFontleroy" pitchFamily="2" charset="0"/>
              </a:rPr>
              <a:t>Wallpapers</a:t>
            </a:r>
          </a:p>
        </p:txBody>
      </p:sp>
    </p:spTree>
    <p:extLst>
      <p:ext uri="{BB962C8B-B14F-4D97-AF65-F5344CB8AC3E}">
        <p14:creationId xmlns:p14="http://schemas.microsoft.com/office/powerpoint/2010/main" val="239988493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.xml"/></Relationships>
</file>

<file path=customXml/_rels/item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.xml"/></Relationships>
</file>

<file path=customXml/_rels/item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.xml"/></Relationships>
</file>

<file path=customXml/_rels/item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9.xml"/></Relationships>
</file>

<file path=customXml/_rels/item1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0.xml"/></Relationships>
</file>

<file path=customXml/item1.xml><?xml version="1.0" encoding="utf-8"?>
<Control xmlns="http://schemas.microsoft.com/VisualStudio/2011/storyboarding/control">
  <Id Name="433b9c9d-ebad-4e2b-b86e-b2c9ae5096c8" Revision="1" Stencil="System.MyShapes" StencilVersion="1.0"/>
</Control>
</file>

<file path=customXml/item2.xml><?xml version="1.0" encoding="utf-8"?>
<Control xmlns="http://schemas.microsoft.com/VisualStudio/2011/storyboarding/control">
  <Id Name="276e53a2-636d-4660-8652-82d412599185" Revision="2" Stencil="System.MyShapes" StencilVersion="1.0"/>
</Control>
</file>

<file path=customXml/item3.xml><?xml version="1.0" encoding="utf-8"?>
<Control xmlns="http://schemas.microsoft.com/VisualStudio/2011/storyboarding/control">
  <Id Name="433b9c9d-ebad-4e2b-b86e-b2c9ae5096c8" Revision="1" Stencil="System.MyShapes" StencilVersion="1.0"/>
</Control>
</file>

<file path=customXml/item4.xml><?xml version="1.0" encoding="utf-8"?>
<Control xmlns="http://schemas.microsoft.com/VisualStudio/2011/storyboarding/control">
  <Id Name="637d551d-6a86-4d47-a0cd-825e61bb3b77" Revision="1" Stencil="System.MyShapes" StencilVersion="1.0"/>
</Control>
</file>

<file path=customXml/item5.xml><?xml version="1.0" encoding="utf-8"?>
<Control xmlns="http://schemas.microsoft.com/VisualStudio/2011/storyboarding/control">
  <Id Name="bf8f7b43-0af4-4173-b7f8-a654a5627a1f" Revision="1" Stencil="System.MyShapes" StencilVersion="1.0"/>
</Control>
</file>

<file path=customXml/item6.xml><?xml version="1.0" encoding="utf-8"?>
<Control xmlns="http://schemas.microsoft.com/VisualStudio/2011/storyboarding/control">
  <Id Name="637d551d-6a86-4d47-a0cd-825e61bb3b77" Revision="1" Stencil="System.MyShapes" StencilVersion="1.0"/>
</Control>
</file>

<file path=customXml/item7.xml><?xml version="1.0" encoding="utf-8"?>
<Control xmlns="http://schemas.microsoft.com/VisualStudio/2011/storyboarding/control">
  <Id Name="276e53a2-636d-4660-8652-82d412599185" Revision="2" Stencil="System.MyShapes" StencilVersion="1.0"/>
</Control>
</file>

<file path=customXml/item8.xml><?xml version="1.0" encoding="utf-8"?>
<Control xmlns="http://schemas.microsoft.com/VisualStudio/2011/storyboarding/control">
  <Id Name="1ce5c853-2054-4350-bc1e-600f224836f8" Revision="1" Stencil="System.MyShapes" StencilVersion="1.0"/>
</Control>
</file>

<file path=customXml/item9.xml><?xml version="1.0" encoding="utf-8"?>
<Control xmlns="http://schemas.microsoft.com/VisualStudio/2011/storyboarding/control">
  <Id Name="637d551d-6a86-4d47-a0cd-825e61bb3b77" Revision="1" Stencil="System.MyShapes" StencilVersion="1.0"/>
</Control>
</file>

<file path=customXml/item10.xml><?xml version="1.0" encoding="utf-8"?>
<Control xmlns="http://schemas.microsoft.com/VisualStudio/2011/storyboarding/control">
  <Id Name="637d551d-6a86-4d47-a0cd-825e61bb3b77" Revision="1" Stencil="System.MyShapes" StencilVersion="1.0"/>
</Control>
</file>

<file path=customXml/itemProps1.xml><?xml version="1.0" encoding="utf-8"?>
<ds:datastoreItem xmlns:ds="http://schemas.openxmlformats.org/officeDocument/2006/customXml" ds:itemID="{213C0CEE-0421-4C69-A374-9A4A7DA3885A}">
  <ds:schemaRefs>
    <ds:schemaRef ds:uri="http://schemas.microsoft.com/VisualStudio/2011/storyboarding/control"/>
  </ds:schemaRefs>
</ds:datastoreItem>
</file>

<file path=customXml/itemProps2.xml><?xml version="1.0" encoding="utf-8"?>
<ds:datastoreItem xmlns:ds="http://schemas.openxmlformats.org/officeDocument/2006/customXml" ds:itemID="{4904E1CA-599E-4AF6-9E75-E42CB3E0DB79}">
  <ds:schemaRefs>
    <ds:schemaRef ds:uri="http://schemas.microsoft.com/VisualStudio/2011/storyboarding/control"/>
  </ds:schemaRefs>
</ds:datastoreItem>
</file>

<file path=customXml/itemProps3.xml><?xml version="1.0" encoding="utf-8"?>
<ds:datastoreItem xmlns:ds="http://schemas.openxmlformats.org/officeDocument/2006/customXml" ds:itemID="{95BED0FC-F57C-4A47-9AC0-D9BB5EA3D277}">
  <ds:schemaRefs>
    <ds:schemaRef ds:uri="http://schemas.microsoft.com/VisualStudio/2011/storyboarding/control"/>
  </ds:schemaRefs>
</ds:datastoreItem>
</file>

<file path=customXml/itemProps4.xml><?xml version="1.0" encoding="utf-8"?>
<ds:datastoreItem xmlns:ds="http://schemas.openxmlformats.org/officeDocument/2006/customXml" ds:itemID="{897DF351-92E2-429B-8BB9-18E479F408D0}">
  <ds:schemaRefs>
    <ds:schemaRef ds:uri="http://schemas.microsoft.com/VisualStudio/2011/storyboarding/control"/>
  </ds:schemaRefs>
</ds:datastoreItem>
</file>

<file path=customXml/itemProps5.xml><?xml version="1.0" encoding="utf-8"?>
<ds:datastoreItem xmlns:ds="http://schemas.openxmlformats.org/officeDocument/2006/customXml" ds:itemID="{9E03AE56-81B5-40A4-B4EE-3419F310FA50}">
  <ds:schemaRefs>
    <ds:schemaRef ds:uri="http://schemas.microsoft.com/VisualStudio/2011/storyboarding/control"/>
  </ds:schemaRefs>
</ds:datastoreItem>
</file>

<file path=customXml/itemProps6.xml><?xml version="1.0" encoding="utf-8"?>
<ds:datastoreItem xmlns:ds="http://schemas.openxmlformats.org/officeDocument/2006/customXml" ds:itemID="{F34B8ABC-F59E-452D-88EB-1C197522C268}">
  <ds:schemaRefs>
    <ds:schemaRef ds:uri="http://schemas.microsoft.com/VisualStudio/2011/storyboarding/control"/>
  </ds:schemaRefs>
</ds:datastoreItem>
</file>

<file path=customXml/itemProps7.xml><?xml version="1.0" encoding="utf-8"?>
<ds:datastoreItem xmlns:ds="http://schemas.openxmlformats.org/officeDocument/2006/customXml" ds:itemID="{CCB8AC69-3550-4B7D-B6BB-F872BEBD99F1}">
  <ds:schemaRefs>
    <ds:schemaRef ds:uri="http://schemas.microsoft.com/VisualStudio/2011/storyboarding/control"/>
  </ds:schemaRefs>
</ds:datastoreItem>
</file>

<file path=customXml/itemProps8.xml><?xml version="1.0" encoding="utf-8"?>
<ds:datastoreItem xmlns:ds="http://schemas.openxmlformats.org/officeDocument/2006/customXml" ds:itemID="{B0CADEDE-3A70-4D27-B60B-D49434730586}">
  <ds:schemaRefs>
    <ds:schemaRef ds:uri="http://schemas.microsoft.com/VisualStudio/2011/storyboarding/control"/>
  </ds:schemaRefs>
</ds:datastoreItem>
</file>

<file path=customXml/itemProps9.xml><?xml version="1.0" encoding="utf-8"?>
<ds:datastoreItem xmlns:ds="http://schemas.openxmlformats.org/officeDocument/2006/customXml" ds:itemID="{1AE7F20F-40D5-46F6-A4FB-21B362FF8CE1}">
  <ds:schemaRefs>
    <ds:schemaRef ds:uri="http://schemas.microsoft.com/VisualStudio/2011/storyboarding/control"/>
  </ds:schemaRefs>
</ds:datastoreItem>
</file>

<file path=customXml/itemProps10.xml><?xml version="1.0" encoding="utf-8"?>
<ds:datastoreItem xmlns:ds="http://schemas.openxmlformats.org/officeDocument/2006/customXml" ds:itemID="{E092C3C0-9CC1-487F-86C7-E6F42F536A18}">
  <ds:schemaRefs>
    <ds:schemaRef ds:uri="http://schemas.microsoft.com/VisualStudio/2011/storyboarding/control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Celestial</Template>
  <TotalTime>17</TotalTime>
  <Words>1</Words>
  <Application>Microsoft Office PowerPoint</Application>
  <PresentationFormat>Custom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LittleLordFontleroy</vt:lpstr>
      <vt:lpstr>Celestial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Amit Padhiyar</dc:creator>
  <cp:lastModifiedBy>Amit Padhiyar</cp:lastModifiedBy>
  <cp:revision>9</cp:revision>
  <dcterms:created xsi:type="dcterms:W3CDTF">2019-06-30T01:40:04Z</dcterms:created>
  <dcterms:modified xsi:type="dcterms:W3CDTF">2020-01-24T14:22:20Z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fs.IsStoryboard">
    <vt:bool>true</vt:bool>
  </property>
</Properties>
</file>