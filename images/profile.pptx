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1"/>
  </p:sldMasterIdLst>
  <p:sldIdLst>
    <p:sldId id="256" r:id="rId12"/>
  </p:sldIdLst>
  <p:sldSz cx="76200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6E6"/>
    <a:srgbClr val="00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 varScale="1">
        <p:scale>
          <a:sx n="82" d="100"/>
          <a:sy n="82" d="100"/>
        </p:scale>
        <p:origin x="22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5" Type="http://schemas.openxmlformats.org/officeDocument/2006/relationships/customXml" Target="../customXml/item5.xml"/><Relationship Id="rId15" Type="http://schemas.openxmlformats.org/officeDocument/2006/relationships/theme" Target="theme/theme1.xml"/><Relationship Id="rId10" Type="http://schemas.openxmlformats.org/officeDocument/2006/relationships/customXml" Target="../customXml/item10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64792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644" y="2182519"/>
            <a:ext cx="4761857" cy="2690516"/>
          </a:xfrm>
        </p:spPr>
        <p:txBody>
          <a:bodyPr anchor="b">
            <a:normAutofit/>
          </a:bodyPr>
          <a:lstStyle>
            <a:lvl1pPr algn="r">
              <a:defRPr sz="3667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644" y="4873037"/>
            <a:ext cx="4761857" cy="156163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 cap="all">
                <a:solidFill>
                  <a:schemeClr val="tx1"/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6926" y="6522863"/>
            <a:ext cx="1010144" cy="419806"/>
          </a:xfrm>
        </p:spPr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645" y="6522863"/>
            <a:ext cx="3276781" cy="419806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0571" y="6522863"/>
            <a:ext cx="347930" cy="419806"/>
          </a:xfrm>
        </p:spPr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61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06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676201"/>
            <a:ext cx="6477000" cy="1632000"/>
          </a:xfrm>
        </p:spPr>
        <p:txBody>
          <a:bodyPr anchor="b">
            <a:normAutofit/>
          </a:bodyPr>
          <a:lstStyle>
            <a:lvl1pPr algn="l">
              <a:defRPr sz="2667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5308201"/>
            <a:ext cx="6477000" cy="956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74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2380076"/>
            <a:ext cx="3177540" cy="405459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0461" y="2380076"/>
            <a:ext cx="3177540" cy="405459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567" y="2464741"/>
            <a:ext cx="2950503" cy="640291"/>
          </a:xfrm>
        </p:spPr>
        <p:txBody>
          <a:bodyPr anchor="b">
            <a:noAutofit/>
          </a:bodyPr>
          <a:lstStyle>
            <a:lvl1pPr marL="0" indent="0">
              <a:buNone/>
              <a:defRPr sz="2000" b="0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3189112"/>
            <a:ext cx="3177540" cy="324555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25933" y="2464741"/>
            <a:ext cx="2932067" cy="640291"/>
          </a:xfrm>
        </p:spPr>
        <p:txBody>
          <a:bodyPr anchor="b">
            <a:noAutofit/>
          </a:bodyPr>
          <a:lstStyle>
            <a:lvl1pPr marL="0" indent="0">
              <a:buNone/>
              <a:defRPr sz="2000" b="0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80460" y="3189112"/>
            <a:ext cx="3177540" cy="324555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53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677335"/>
            <a:ext cx="6477000" cy="1618074"/>
          </a:xfrm>
        </p:spPr>
        <p:txBody>
          <a:bodyPr>
            <a:normAutofit/>
          </a:bodyPr>
          <a:lstStyle>
            <a:lvl1pPr>
              <a:defRPr sz="2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11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76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65" y="1730964"/>
            <a:ext cx="2385758" cy="159925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5120" y="677335"/>
            <a:ext cx="3856646" cy="575733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765" y="3330223"/>
            <a:ext cx="2385758" cy="2050817"/>
          </a:xfrm>
        </p:spPr>
        <p:txBody>
          <a:bodyPr anchor="t">
            <a:normAutofit/>
          </a:bodyPr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4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07" y="1928524"/>
            <a:ext cx="3414337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1000" y="1016000"/>
            <a:ext cx="2667000" cy="5080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333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107" y="3452524"/>
            <a:ext cx="3414337" cy="2032000"/>
          </a:xfrm>
        </p:spPr>
        <p:txBody>
          <a:bodyPr anchor="t">
            <a:normAutofit/>
          </a:bodyPr>
          <a:lstStyle>
            <a:lvl1pPr marL="0" indent="0">
              <a:buNone/>
              <a:defRPr sz="1333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5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5258739"/>
            <a:ext cx="6477000" cy="629709"/>
          </a:xfrm>
        </p:spPr>
        <p:txBody>
          <a:bodyPr anchor="b">
            <a:normAutofit/>
          </a:bodyPr>
          <a:lstStyle>
            <a:lvl1pPr algn="l">
              <a:defRPr sz="166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2001" y="1035680"/>
            <a:ext cx="5715000" cy="3516640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333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1" y="5888448"/>
            <a:ext cx="6477000" cy="548569"/>
          </a:xfrm>
        </p:spPr>
        <p:txBody>
          <a:bodyPr>
            <a:normAutofit/>
          </a:bodyPr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00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3" y="677336"/>
            <a:ext cx="6476999" cy="3471332"/>
          </a:xfrm>
        </p:spPr>
        <p:txBody>
          <a:bodyPr anchor="ctr">
            <a:normAutofit/>
          </a:bodyPr>
          <a:lstStyle>
            <a:lvl1pPr algn="l">
              <a:defRPr sz="266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2" y="4826000"/>
            <a:ext cx="6476999" cy="1608667"/>
          </a:xfrm>
        </p:spPr>
        <p:txBody>
          <a:bodyPr anchor="ctr">
            <a:normAutofit/>
          </a:bodyPr>
          <a:lstStyle>
            <a:lvl1pPr marL="0" indent="0" algn="l">
              <a:buNone/>
              <a:defRPr sz="1667">
                <a:solidFill>
                  <a:schemeClr val="tx1"/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63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1497" y="797905"/>
            <a:ext cx="381099" cy="649751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01" y="3057412"/>
            <a:ext cx="381099" cy="649751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596" y="677336"/>
            <a:ext cx="5909414" cy="3047999"/>
          </a:xfrm>
        </p:spPr>
        <p:txBody>
          <a:bodyPr anchor="ctr">
            <a:normAutofit/>
          </a:bodyPr>
          <a:lstStyle>
            <a:lvl1pPr algn="l">
              <a:defRPr sz="266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893" y="3725334"/>
            <a:ext cx="5730111" cy="42333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33"/>
            </a:lvl1pPr>
            <a:lvl2pPr marL="380985" indent="0">
              <a:buFontTx/>
              <a:buNone/>
              <a:defRPr/>
            </a:lvl2pPr>
            <a:lvl3pPr marL="761970" indent="0">
              <a:buFontTx/>
              <a:buNone/>
              <a:defRPr/>
            </a:lvl3pPr>
            <a:lvl4pPr marL="1142954" indent="0">
              <a:buFontTx/>
              <a:buNone/>
              <a:defRPr/>
            </a:lvl4pPr>
            <a:lvl5pPr marL="1523939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222" y="4826000"/>
            <a:ext cx="6477000" cy="1608667"/>
          </a:xfrm>
        </p:spPr>
        <p:txBody>
          <a:bodyPr anchor="ctr">
            <a:normAutofit/>
          </a:bodyPr>
          <a:lstStyle>
            <a:lvl1pPr marL="0" indent="0" algn="l">
              <a:buNone/>
              <a:defRPr sz="1667">
                <a:solidFill>
                  <a:schemeClr val="tx1"/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46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657387"/>
            <a:ext cx="6477001" cy="1632000"/>
          </a:xfrm>
        </p:spPr>
        <p:txBody>
          <a:bodyPr anchor="b">
            <a:normAutofit/>
          </a:bodyPr>
          <a:lstStyle>
            <a:lvl1pPr algn="l">
              <a:defRPr sz="2333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5289387"/>
            <a:ext cx="6477002" cy="956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91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1497" y="797905"/>
            <a:ext cx="381099" cy="649751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01" y="3057412"/>
            <a:ext cx="381099" cy="649751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6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596" y="677336"/>
            <a:ext cx="5909414" cy="3047999"/>
          </a:xfrm>
        </p:spPr>
        <p:txBody>
          <a:bodyPr anchor="ctr">
            <a:normAutofit/>
          </a:bodyPr>
          <a:lstStyle>
            <a:lvl1pPr algn="l">
              <a:defRPr sz="266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1000" y="4318000"/>
            <a:ext cx="6477001" cy="9877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6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5305778"/>
            <a:ext cx="6477001" cy="1128889"/>
          </a:xfrm>
        </p:spPr>
        <p:txBody>
          <a:bodyPr anchor="t">
            <a:normAutofit/>
          </a:bodyPr>
          <a:lstStyle>
            <a:lvl1pPr marL="0" indent="0" algn="l">
              <a:buNone/>
              <a:defRPr sz="1333">
                <a:solidFill>
                  <a:schemeClr val="tx1"/>
                </a:solidFill>
              </a:defRPr>
            </a:lvl1pPr>
            <a:lvl2pPr marL="38098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167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034" y="677336"/>
            <a:ext cx="6477001" cy="30479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333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87034" y="3894667"/>
            <a:ext cx="6477001" cy="93133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6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033" y="4826000"/>
            <a:ext cx="6477001" cy="1608667"/>
          </a:xfrm>
        </p:spPr>
        <p:txBody>
          <a:bodyPr anchor="t">
            <a:normAutofit/>
          </a:bodyPr>
          <a:lstStyle>
            <a:lvl1pPr marL="0" indent="0" algn="l">
              <a:buNone/>
              <a:defRPr sz="1333">
                <a:solidFill>
                  <a:schemeClr val="tx1"/>
                </a:solidFill>
              </a:defRPr>
            </a:lvl1pPr>
            <a:lvl2pPr marL="380985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622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677335"/>
            <a:ext cx="6477000" cy="1618074"/>
          </a:xfrm>
        </p:spPr>
        <p:txBody>
          <a:bodyPr>
            <a:normAutofit/>
          </a:bodyPr>
          <a:lstStyle>
            <a:lvl1pPr>
              <a:defRPr sz="2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672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" y="0"/>
            <a:ext cx="7598833" cy="7620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60816" y="677334"/>
            <a:ext cx="1397184" cy="5757334"/>
          </a:xfrm>
        </p:spPr>
        <p:txBody>
          <a:bodyPr vert="eaVert">
            <a:normAutofit/>
          </a:bodyPr>
          <a:lstStyle>
            <a:lvl1pPr>
              <a:defRPr sz="2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77334"/>
            <a:ext cx="4991820" cy="57573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46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677335"/>
            <a:ext cx="6477000" cy="161807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380076"/>
            <a:ext cx="6477000" cy="405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36427" y="6522863"/>
            <a:ext cx="1010144" cy="419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C0E3F0B-D750-47CD-9228-F7886C459E09}" type="datetimeFigureOut">
              <a:rPr lang="en-IN" smtClean="0"/>
              <a:t>24-01-2020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522863"/>
            <a:ext cx="4991926" cy="419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10071" y="6522863"/>
            <a:ext cx="347930" cy="419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FAF2B3-B5D3-4CCE-9826-0717DA5A75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1291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80985" rtl="0" eaLnBrk="1" latinLnBrk="0" hangingPunct="1">
        <a:spcBef>
          <a:spcPct val="0"/>
        </a:spcBef>
        <a:buNone/>
        <a:defRPr sz="2667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38115" indent="-238115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333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000085" indent="-238115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167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5824" indent="-142869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66808" indent="-142869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ts val="0"/>
        </a:spcBef>
        <a:spcAft>
          <a:spcPts val="833"/>
        </a:spcAft>
        <a:buClr>
          <a:schemeClr val="tx1"/>
        </a:buClr>
        <a:buSzPct val="100000"/>
        <a:buFont typeface="Arial"/>
        <a:buChar char="•"/>
        <a:defRPr sz="1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3455CBBA-CEDD-4226-AC00-30AF4BE97081}"/>
              </a:ext>
            </a:extLst>
          </p:cNvPr>
          <p:cNvSpPr/>
          <p:nvPr/>
        </p:nvSpPr>
        <p:spPr>
          <a:xfrm>
            <a:off x="975424" y="987489"/>
            <a:ext cx="5669151" cy="5645021"/>
          </a:xfrm>
          <a:prstGeom prst="round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7500" b="1" spc="300" dirty="0">
                <a:solidFill>
                  <a:schemeClr val="tx1"/>
                </a:solidFill>
                <a:latin typeface="LittleLordFontleroy" pitchFamily="2" charset="0"/>
              </a:rPr>
              <a:t>Wallpapers</a:t>
            </a:r>
          </a:p>
        </p:txBody>
      </p:sp>
    </p:spTree>
    <p:extLst>
      <p:ext uri="{BB962C8B-B14F-4D97-AF65-F5344CB8AC3E}">
        <p14:creationId xmlns:p14="http://schemas.microsoft.com/office/powerpoint/2010/main" val="2399884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Control xmlns="http://schemas.microsoft.com/VisualStudio/2011/storyboarding/control">
  <Id Name="1ce5c853-2054-4350-bc1e-600f224836f8" Revision="1" Stencil="System.MyShapes" StencilVersion="1.0"/>
</Control>
</file>

<file path=customXml/item2.xml><?xml version="1.0" encoding="utf-8"?>
<Control xmlns="http://schemas.microsoft.com/VisualStudio/2011/storyboarding/control">
  <Id Name="276e53a2-636d-4660-8652-82d412599185" Revision="2" Stencil="System.MyShapes" StencilVersion="1.0"/>
</Control>
</file>

<file path=customXml/item3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4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5.xml><?xml version="1.0" encoding="utf-8"?>
<Control xmlns="http://schemas.microsoft.com/VisualStudio/2011/storyboarding/control">
  <Id Name="bf8f7b43-0af4-4173-b7f8-a654a5627a1f" Revision="1" Stencil="System.MyShapes" StencilVersion="1.0"/>
</Control>
</file>

<file path=customXml/item6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7.xml><?xml version="1.0" encoding="utf-8"?>
<Control xmlns="http://schemas.microsoft.com/VisualStudio/2011/storyboarding/control">
  <Id Name="276e53a2-636d-4660-8652-82d412599185" Revision="2" Stencil="System.MyShapes" StencilVersion="1.0"/>
</Control>
</file>

<file path=customXml/item8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9.xml><?xml version="1.0" encoding="utf-8"?>
<Control xmlns="http://schemas.microsoft.com/VisualStudio/2011/storyboarding/control">
  <Id Name="433b9c9d-ebad-4e2b-b86e-b2c9ae5096c8" Revision="1" Stencil="System.MyShapes" StencilVersion="1.0"/>
</Control>
</file>

<file path=customXml/item10.xml><?xml version="1.0" encoding="utf-8"?>
<Control xmlns="http://schemas.microsoft.com/VisualStudio/2011/storyboarding/control">
  <Id Name="637d551d-6a86-4d47-a0cd-825e61bb3b77" Revision="1" Stencil="System.MyShapes" StencilVersion="1.0"/>
</Control>
</file>

<file path=customXml/itemProps1.xml><?xml version="1.0" encoding="utf-8"?>
<ds:datastoreItem xmlns:ds="http://schemas.openxmlformats.org/officeDocument/2006/customXml" ds:itemID="{2DC229CE-1E55-4419-82CA-5950601A7208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4904E1CA-599E-4AF6-9E75-E42CB3E0DB79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F34B8ABC-F59E-452D-88EB-1C197522C268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AE7F20F-40D5-46F6-A4FB-21B362FF8CE1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9E03AE56-81B5-40A4-B4EE-3419F310FA50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95BED0FC-F57C-4A47-9AC0-D9BB5EA3D277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CCB8AC69-3550-4B7D-B6BB-F872BEBD99F1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E092C3C0-9CC1-487F-86C7-E6F42F536A18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213C0CEE-0421-4C69-A374-9A4A7DA3885A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897DF351-92E2-429B-8BB9-18E479F408D0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24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LittleLordFontleroy</vt:lpstr>
      <vt:lpstr>Celestial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Padhiyar</dc:creator>
  <cp:lastModifiedBy>Amit Padhiyar</cp:lastModifiedBy>
  <cp:revision>11</cp:revision>
  <dcterms:created xsi:type="dcterms:W3CDTF">2019-06-30T01:40:04Z</dcterms:created>
  <dcterms:modified xsi:type="dcterms:W3CDTF">2020-01-24T14:23:41Z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